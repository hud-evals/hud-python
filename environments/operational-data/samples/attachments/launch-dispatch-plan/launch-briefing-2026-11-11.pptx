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c9ece6da84902" /><Relationship Type="http://schemas.openxmlformats.org/officeDocument/2006/relationships/extended-properties" Target="/docProps/app.xml" Id="Rc62ae497437e4d2f" /><Relationship Type="http://schemas.openxmlformats.org/officeDocument/2006/relationships/officeDocument" Target="/ppt/presentation.xml" Id="R49af2a248f6749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8653c443b642b3"/>
  </p:sldMasterIdLst>
  <p:notesMasterIdLst>
    <p:notesMasterId xmlns:r="http://schemas.openxmlformats.org/officeDocument/2006/relationships" r:id="R93dd87ee8ad64130"/>
  </p:notesMasterIdLst>
  <p:sldIdLst>
    <p:sldId xmlns:r="http://schemas.openxmlformats.org/officeDocument/2006/relationships" id="256" r:id="R9ffaee7226914db3"/>
    <p:sldId xmlns:r="http://schemas.openxmlformats.org/officeDocument/2006/relationships" id="257" r:id="Rf26f66b3b9034203"/>
    <p:sldId xmlns:r="http://schemas.openxmlformats.org/officeDocument/2006/relationships" id="258" r:id="R8727ce8f6ef749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776f9e7ee4bad" /><Relationship Type="http://schemas.openxmlformats.org/officeDocument/2006/relationships/slideMaster" Target="/ppt/slideMasters/slideMaster1.xml" Id="R728653c443b642b3" /><Relationship Type="http://schemas.openxmlformats.org/officeDocument/2006/relationships/notesMaster" Target="/ppt/notesMasters/notesMaster1.xml" Id="R93dd87ee8ad64130" /><Relationship Type="http://schemas.openxmlformats.org/officeDocument/2006/relationships/presProps" Target="/ppt/presProps.xml" Id="Rd25282326d074c45" /><Relationship Type="http://schemas.openxmlformats.org/officeDocument/2006/relationships/tableStyles" Target="/ppt/tableStyles.xml" Id="R47788a2529934ff3" /><Relationship Type="http://schemas.openxmlformats.org/officeDocument/2006/relationships/slide" Target="/ppt/slides/slide1.xml" Id="R9ffaee7226914db3" /><Relationship Type="http://schemas.openxmlformats.org/officeDocument/2006/relationships/slide" Target="/ppt/slides/slide2.xml" Id="Rf26f66b3b9034203" /><Relationship Type="http://schemas.openxmlformats.org/officeDocument/2006/relationships/slide" Target="/ppt/slides/slide3.xml" Id="R8727ce8f6ef749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e177b9306a4f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35f7e72634044" /><Relationship Type="http://schemas.openxmlformats.org/officeDocument/2006/relationships/notesMaster" Target="/ppt/notesMasters/notesMaster1.xml" Id="R9184bfa849414e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5f1d610a64217" /><Relationship Type="http://schemas.openxmlformats.org/officeDocument/2006/relationships/notesMaster" Target="/ppt/notesMasters/notesMaster1.xml" Id="R416d256110bb4e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59a2bf17e34aa7" /><Relationship Type="http://schemas.openxmlformats.org/officeDocument/2006/relationships/notesMaster" Target="/ppt/notesMasters/notesMaster1.xml" Id="R351e13deb472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5e90da1d74c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9767b6b004f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610fca7a744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acf81a37949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5c32f49ab4c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b0740459b42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D32BFD-5E82-4023-BA62-0B442BD7EB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D748B4-5E71-4B6F-AB44-F215A1ABAE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0504A1-8E71-4F0C-B7B9-C58EE5354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D592D6-3425-4397-9D9C-4BFD25F4E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FC353D-2097-46BE-8CF4-EA471CF962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9FAAA6-F59E-464A-B3B4-97576C167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20FAB5-AF4D-4E1A-BD64-890A00F28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8BE434-5A22-4042-96B3-3AE0924501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F458B7-4DB3-4C81-A402-FDAFBEA17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AB8A61-BC1D-425C-ADFD-9BD9E79167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98fc47cff4338" /><Relationship Type="http://schemas.openxmlformats.org/officeDocument/2006/relationships/slideLayout" Target="/ppt/slideLayouts/slideLayout1.xml" Id="R81cd62546d9d44ab" /><Relationship Type="http://schemas.openxmlformats.org/officeDocument/2006/relationships/slideLayout" Target="/ppt/slideLayouts/slideLayout2.xml" Id="R820996cd8def4179" /><Relationship Type="http://schemas.openxmlformats.org/officeDocument/2006/relationships/slideLayout" Target="/ppt/slideLayouts/slideLayout3.xml" Id="R1088e3a444374bb7" /><Relationship Type="http://schemas.openxmlformats.org/officeDocument/2006/relationships/slideLayout" Target="/ppt/slideLayouts/slideLayout4.xml" Id="Rc5453f17f4c1460d" /><Relationship Type="http://schemas.openxmlformats.org/officeDocument/2006/relationships/slideLayout" Target="/ppt/slideLayouts/slideLayout5.xml" Id="R5c1ae27e41464ceb" /><Relationship Type="http://schemas.openxmlformats.org/officeDocument/2006/relationships/slideLayout" Target="/ppt/slideLayouts/slideLayout6.xml" Id="R354e257eda7b44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cd62546d9d44ab"/>
    <p:sldLayoutId xmlns:r="http://schemas.openxmlformats.org/officeDocument/2006/relationships" id="2147483650" r:id="R820996cd8def4179"/>
    <p:sldLayoutId xmlns:r="http://schemas.openxmlformats.org/officeDocument/2006/relationships" id="2147483651" r:id="R1088e3a444374bb7"/>
    <p:sldLayoutId xmlns:r="http://schemas.openxmlformats.org/officeDocument/2006/relationships" id="2147483652" r:id="Rc5453f17f4c1460d"/>
    <p:sldLayoutId xmlns:r="http://schemas.openxmlformats.org/officeDocument/2006/relationships" id="2147483653" r:id="R5c1ae27e41464ceb"/>
    <p:sldLayoutId xmlns:r="http://schemas.openxmlformats.org/officeDocument/2006/relationships" id="2147483654" r:id="R354e257eda7b44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9f41a5ed14d62" /><Relationship Type="http://schemas.openxmlformats.org/officeDocument/2006/relationships/notesSlide" Target="/ppt/notesSlides/notesSlide1.xml" Id="R70fcbc54ac13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5639e84054fe7" /><Relationship Type="http://schemas.openxmlformats.org/officeDocument/2006/relationships/notesSlide" Target="/ppt/notesSlides/notesSlide2.xml" Id="R6435f73a7e0c4a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8ad9ae2d64a34" /><Relationship Type="http://schemas.openxmlformats.org/officeDocument/2006/relationships/notesSlide" Target="/ppt/notesSlides/notesSlide3.xml" Id="Rba22c395a03c44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0153A-3A86-41F3-83C7-C928F6D3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Friday launch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9153-183B-4814-BBC4-426F4D6F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Larkspur Instruments</a:t>
            </a:r>
          </a:p>
          <a:p xmlns:a="http://schemas.openxmlformats.org/drawingml/2006/main">
            <a: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Planning briefing, 11 November 2026 at 16:00 UTC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7DC44-89FB-46D3-887D-4BADD077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Dispatch target: Friday 13 November</a:t>
            </a:r>
          </a:p>
          <a:p xmlns:a="http://schemas.openxmlformats.org/drawingml/2006/main">
            <a: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Customer context for the operations desk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Planning draft. Current policy and current operational records govern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FF791-E927-46E7-9778-43B62F8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16A"/>
                </a:solidFill>
                <a:latin typeface="Arial"/>
                <a:ea typeface="Arial"/>
                <a:cs typeface="Arial"/>
              </a:rPr>
              <a:t>Larkspur Instruments   /   Planning draft   /   11 November 2026</a:t>
            </a:r>
          </a:p>
        </p:txBody>
      </p:sp>
    </p:spTree>
    <p:extLst>
      <p:ext uri="{BB962C8B-B14F-4D97-AF65-F5344CB8AC3E}">
        <p14:creationId xmlns:p14="http://schemas.microsoft.com/office/powerpoint/2010/main" val="730067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398DF-12D8-4EA5-8458-FD62EE3C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Provisional customer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DB71A-0B75-4671-9C13-13CC928F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North warehouse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1DFD-23EB-4F24-BBF3-8D3EDD1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38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LS-301 Aster Survey: 6 Scout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LS-302 Cedar Field Lab: 5 Relay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LS-303 Elmtree Systems: 4 Scout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LS-304 Bracken Research: 3 Relay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LS-311 Ashridge Studio: 4 Relay kits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C8C38-A95F-420B-84BB-014E1B02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South warehouse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84E77-454C-4186-84CA-7B9D24E4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5238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LS-305 Juniper Works: 5 Scout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LS-306 Vale Testing: 4 Relay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LS-307 Moorland Mapping: 3 Scout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LS-308 Pinebank Lab: 2 Relay kits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LS-310 Stonecrop Office: 3 Relay kits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B4ED1-1FA7-4C89-8B87-9EE44B9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16A"/>
                </a:solidFill>
                <a:latin typeface="Arial"/>
                <a:ea typeface="Arial"/>
                <a:cs typeface="Arial"/>
              </a:rPr>
              <a:t>Larkspur Instruments   /   Planning draft   /   11 November 2026</a:t>
            </a:r>
          </a:p>
        </p:txBody>
      </p:sp>
    </p:spTree>
    <p:extLst>
      <p:ext uri="{BB962C8B-B14F-4D97-AF65-F5344CB8AC3E}">
        <p14:creationId xmlns:p14="http://schemas.microsoft.com/office/powerpoint/2010/main" val="1197723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A646-0EAF-4990-A582-F2D5ED9A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Planning assumptions at 11 November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7E0F7-5B85-4112-AD72-422CE804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Capacity and supply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76005-A9D3-48A5-BBBD-63EB222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38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North: 64 assembly minutes expected on Friday.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South: 48 assembly minutes expected on Friday.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Incoming stock: 8 North SENSOR-A and 6 South SENSOR-B.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South loan batteries: release requested, awaiting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A0520-5163-429A-8680-9A30FE26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A36"/>
                </a:solidFill>
                <a:latin typeface="Arial"/>
                <a:ea typeface="Arial"/>
                <a:cs typeface="Arial"/>
              </a:rPr>
              <a:t>Outstanding approvals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3ADC7-6E2B-406D-88C1-85D2ACE0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5238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Bracken requested a later dispatch alternative.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Ashridge requested a late-wave option.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Wren remains on the quality hold list.</a:t>
            </a:r>
          </a:p>
          <a:p xmlns:a="http://schemas.openxmlformats.org/drawingml/2006/main">
            <a:pPr>
              <a:defRPr sz="1800" b="0">
                <a:solidFill>
                  <a:srgbClr val="203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A36"/>
                </a:solidFill>
                <a:latin typeface="Arial"/>
                <a:ea typeface="Arial"/>
                <a:cs typeface="Arial"/>
              </a:rPr>
              <a:t>The desk still needs current release limits and approvals.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DFE77-6B3B-4BE3-8634-BD26E0AF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16A"/>
                </a:solidFill>
                <a:latin typeface="Arial"/>
                <a:ea typeface="Arial"/>
                <a:cs typeface="Arial"/>
              </a:rPr>
              <a:t>Larkspur Instruments   /   Planning draft   /   11 November 2026</a:t>
            </a:r>
          </a:p>
        </p:txBody>
      </p:sp>
    </p:spTree>
    <p:extLst>
      <p:ext uri="{BB962C8B-B14F-4D97-AF65-F5344CB8AC3E}">
        <p14:creationId xmlns:p14="http://schemas.microsoft.com/office/powerpoint/2010/main" val="841698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2026-10-20T22:07:24.9600000Z</dcterms:created>
  <dcterms:modified xsi:type="dcterms:W3CDTF">2026-10-20T22:07:24.9600000Z</dcterms:modified>
</coreProperties>
</file>